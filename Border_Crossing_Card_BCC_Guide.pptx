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4864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0"/>
            <a:ext cx="4572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8229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Border Crossing Card (BCC)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7C3B2"/>
                </a:solidFill>
                <a:latin typeface="Calibri"/>
              </a:rPr>
              <a:t>A Guide for Mexican Nationals Visiting the United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  <a:latin typeface="Calibri"/>
              </a:rPr>
              <a:t>Sources: Travel.State.Gov  •  CBP Complaints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806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300"/>
                </a:solidFill>
                <a:latin typeface="Calibri"/>
              </a:rPr>
              <a:t>Form DSP-150  |  B-1/B-2 Visitor Visa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a BCC &amp; Who Qualifies?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727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Form DSP-150 — a laminated, credit-card-sized document issued by the U.S. Dept. of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9572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Functions as BOTH a Border Crossing Card AND a B1/B2 visitor visa.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21868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Only issued to Mexican citizens who also reside in Mexico.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04164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502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Must meet B1/B2 eligibility standards and plan to stay no more than 6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86460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773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Must demonstrate strong ties to Mexico (family, employment, property) to ensure return.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6875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5961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A valid Mexican passport is required at the time of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Validity: Adults vs. Children Under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120640" cy="4297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508760"/>
            <a:ext cx="5120640" cy="429768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7C3B2"/>
                </a:solidFill>
                <a:latin typeface="Calibri"/>
              </a:rPr>
              <a:t>ADULTS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Valid for 10 full years
from date of issuance.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  <a:latin typeface="Calibri"/>
              </a:rPr>
              <a:t>Renewable upon expiry
by applying for a new BCC.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Calibri"/>
              </a:rPr>
              <a:t>CHILDREN UNDER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317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D1B2A"/>
                </a:solidFill>
                <a:latin typeface="Calibri"/>
              </a:rPr>
              <a:t>Reduced fee:
Expires on child's 15th birthday.
Full fee paid:
Valid for the full 10 years.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54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D1B2A"/>
                </a:solidFill>
                <a:latin typeface="Calibri"/>
              </a:rPr>
              <a:t>At least one parent must hold
or be applying for a BCC.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Geographic &amp; Travel Method Restrictions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727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The BCC is primarily designed for land and sea border crossings.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9572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It is NOT intended for air travel entry — unlike a standard B1/B2 visa.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21868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Holders are generally expected to remain within the U.S. border zone.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04164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502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The border zone is a limited geographic area near the U.S.–Mexico border.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86460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773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Travel beyond the border zone requires additional authorization (see next slide).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Traveling Outside the Border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727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A BCC alone is NOT sufficient for travel beyond the designated border zone.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9572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To travel further into the United States, the traveler must obtain a standard B1/B2 visitor visa.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21868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Other appropriate U.S. government authorization may also be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04164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502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Verify entry requirements with CBP or the nearest U.S. Embassy before traveling.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to Apply for a BCC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727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Applications must be submitted at a U.S. Embassy or Consulate located in Mexico.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9572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Follow the specific procedures set by the consular section at that location.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21868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Visit the official websites of the U.S. Embassy and Consulates in Mexico for: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04164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5020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     • Current appointment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86460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773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     • Required forms and documentation checklist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68756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5961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     • Fee information and payment 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651052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4190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D1B2A"/>
                </a:solidFill>
                <a:latin typeface="Calibri"/>
              </a:rPr>
              <a:t>A valid Mexican passport is mandatory at the time of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Reporting Problems at the Port of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120640" cy="4251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508760"/>
            <a:ext cx="5120640" cy="4251960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C3B2"/>
                </a:solidFill>
                <a:latin typeface="Calibri"/>
              </a:rPr>
              <a:t>OPTION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CBP Online Complaint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Submit a formal complaint at:
cbpcomplaints.cbp.gov
Report unfair treatment, misconduct,
or confusing procedures securely online.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  <a:latin typeface="Calibri"/>
              </a:rPr>
              <a:t>OPTION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Calibri"/>
              </a:rPr>
              <a:t>CBP Information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7180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1B2A"/>
                </a:solidFill>
                <a:latin typeface="Calibri"/>
              </a:rPr>
              <a:t>Contact the CBP Information Center
directly to report concerns,
seek clarification, or escalate
an issue from a port of entry.
Available for inquiries, complaints,
and general assistance.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54864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457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4572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C3B2"/>
                </a:solidFill>
                <a:latin typeface="Calibri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508760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9966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BCC (DSP-150) = B1/B2 visa for Mexican nationals — land &amp; sea border crossings.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176272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084832"/>
            <a:ext cx="9966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Adults: 10-year validity.  Children &lt;15: expires at 15th birthday (reduced fee).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843784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752344"/>
            <a:ext cx="9966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Restricted to the border zone; B1/B2 visa needed for travel deeper into the U.S.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511296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419856"/>
            <a:ext cx="9966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Apply at a U.S. Embassy or Consulate in Mexico.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178808"/>
            <a:ext cx="109728" cy="109728"/>
          </a:xfrm>
          <a:prstGeom prst="rect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087368"/>
            <a:ext cx="9966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Problems? → cbpcomplaints.cbp.gov  OR  CBP Information Center.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  <a:latin typeface="Calibri"/>
              </a:rPr>
              <a:t>Sources: Travel.State.Gov  •  cbpcomplaints.cbp.gov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